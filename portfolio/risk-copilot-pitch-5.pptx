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answer “what do we fix first?”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 problem. Qualys already holds the data — it just holds it eight screens apart. What is missing is the join.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408676" cy="1732788"/>
          </a:xfrm>
          <a:prstGeom prst="roundRect">
            <a:avLst>
              <a:gd name="adj" fmla="val 316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ranked 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035808"/>
            <a:ext cx="495147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cloud resources, containers and web apps each rank on their own. The join happens in a human head, or it does not happen.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3348" y="2011680"/>
            <a:ext cx="5408676" cy="1732788"/>
          </a:xfrm>
          <a:prstGeom prst="roundRect">
            <a:avLst>
              <a:gd name="adj" fmla="val 316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1092" y="2194560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51092" y="246888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modules, one question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51092" y="3035808"/>
            <a:ext cx="495147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judge one asset, an analyst opens VM, PC, WAS, TotalCloud, Container Security and Cloud Agent — before Patch Management can even be consulted.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82212"/>
            <a:ext cx="5408676" cy="1732788"/>
          </a:xfrm>
          <a:prstGeom prst="roundRect">
            <a:avLst>
              <a:gd name="adj" fmla="val 316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165092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443941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nobody can prove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5006340"/>
            <a:ext cx="495147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leadership pack is a spreadsheet. Defensible to the board, provable to no one. No record of what was pulled, or when.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3348" y="3982212"/>
            <a:ext cx="5408676" cy="1732788"/>
          </a:xfrm>
          <a:prstGeom prst="roundRect">
            <a:avLst>
              <a:gd name="adj" fmla="val 316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1092" y="4165092"/>
            <a:ext cx="4951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51092" y="443941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spots rank as “low”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1092" y="5006340"/>
            <a:ext cx="495147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with no agent has no findings. Today that reads as safe. It is the opposite of safe.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made concrete: in the prototype's demo tenant, 2 of the 5 top-risk assets carry no Cloud Agent — an internet-facing VPN gateway and a production database in eu-west-1. Every risk score on them is an underestimate, and nothing in the stack currently says so out loud.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conversation. Eight modules. One ranked answer.</a:t>
            </a:r>
            <a:endParaRPr lang="en-US" sz="2700" dirty="0"/>
          </a:p>
        </p:txBody>
      </p:sp>
      <p:pic>
        <p:nvPicPr>
          <p:cNvPr id="4" name="Image 0" descr="deck_img/C_analyst_evidence_5of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14" y="1298448"/>
            <a:ext cx="5919324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93208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3FC9BD">
              <a:alpha val="12000"/>
            </a:srgbClr>
          </a:solidFill>
          <a:ln w="12700">
            <a:solidFill>
              <a:srgbClr val="3FC9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093208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language. The copilot calls CSAM, VM, PC, WAS, TotalCloud, CS, PM and CA — then shows its work.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91456" y="5093208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app on the qualys-cli-mcp contract: read-only enforced server-side, module-allowlisted, every call written to an append-only audit log.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prod-checkout-web-01 (TruRisk 96) and the chain unfolds — VM finds Log4Shell, WAS finds SQL injection on the checkout path, PC finds SSH root login enabled, PM says the fix job exists and has not run.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write command through the passthrough and it returns 403 — then logs that you tried. The guardrail runs; it is not drawn.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in the units we actually have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and effort are countable today. Revenue is not — and I would rather name what it would take to price it than invent a number.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26536" cy="370332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JOIN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modules → 1 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035808"/>
            <a:ext cx="3069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ritual that runs 52 times a year stops being a spreadsheet exercise. Illustrative model: ~4 analyst-hours × 52 weeks ≈ 200 hours a year, per team, reclaimed — arithmetic on a stated assumption, not a measurement.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1208" y="2011680"/>
            <a:ext cx="3526536" cy="370332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6895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audience, already built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8952" y="3035808"/>
            <a:ext cx="3069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read-only, module-allowlisted profile puts risk answers in front of engineering managers who will never hold a Qualys seat. The capability ships today; sizing the seat count needs one design partner's headcount.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5488" y="2011680"/>
            <a:ext cx="3526536" cy="3703320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3232" y="2194560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CHANNEL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33232" y="2468880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new surfaces to sell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3232" y="3035808"/>
            <a:ext cx="3069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 consumption channel, not a product. The copilot lands inside Claude Desktop, an IDE or a chat client the customer already lives in — extending ETM's reach without extending its surface area.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tenant sits behind this yet — the data is local. But the governance layer is executable, not illustrated: the allowlist restricts, the write is rejected, the audit log records both. Every figure above is either counted from the server's own spec or labelled as a model.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WHY NOW / WHY QUALYS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guardrails are the differentiation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exists, and it is early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qualys-cli-mcp is at 0.1.2, Beta, MIT-licensed, maintained by Qualys. MCP is becoming the default way agents reach enterprise systems. The window to define what a governed security copilot looks like is open, and it will not stay open.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120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QUALYS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6895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the layer everyone else bolts 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895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redaction, argv validation, module allowlisting, read-only enforcement and append-only JSONL audit ship inside the server. That is not a feature list — it is the reason a CISO lets a model near this data at 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1444752"/>
            <a:ext cx="3526536" cy="4864608"/>
          </a:xfrm>
          <a:prstGeom prst="roundRect">
            <a:avLst>
              <a:gd name="adj" fmla="val 1556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3232" y="1627632"/>
            <a:ext cx="3069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SHAPE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33232" y="1901952"/>
            <a:ext cx="306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is table stakes. The join is not.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3232" y="2468880"/>
            <a:ext cx="306933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wire an LLM to a vulnerability feed. Correlating eight modules into one defensible narrative, with the evidence trail attached, is a platform move — and a point tool cannot answer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to ship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599182" cy="4270248"/>
          </a:xfrm>
          <a:prstGeom prst="roundRect">
            <a:avLst>
              <a:gd name="adj" fmla="val 211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 tenant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901952"/>
            <a:ext cx="2196846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sandbox with DENY_WRITE=1 and real or anonymised data across all eight modules.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5566" y="1444752"/>
            <a:ext cx="2599182" cy="4270248"/>
          </a:xfrm>
          <a:prstGeom prst="roundRect">
            <a:avLst>
              <a:gd name="adj" fmla="val 211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6734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One engineer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6734" y="1901952"/>
            <a:ext cx="2196846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 engineer, part-time, to swap the local data layer for live qualys-cli calls.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4204" y="1444752"/>
            <a:ext cx="2599182" cy="4270248"/>
          </a:xfrm>
          <a:prstGeom prst="roundRect">
            <a:avLst>
              <a:gd name="adj" fmla="val 211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5372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 design partner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5372" y="1901952"/>
            <a:ext cx="2196846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to run the Monday ritual for four weeks and tell us what the report is missing.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22842" y="1444752"/>
            <a:ext cx="2599182" cy="4270248"/>
          </a:xfrm>
          <a:prstGeom prst="roundRect">
            <a:avLst>
              <a:gd name="adj" fmla="val 2111"/>
            </a:avLst>
          </a:prstGeom>
          <a:solidFill>
            <a:srgbClr val="151A24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4010" y="1609344"/>
            <a:ext cx="2196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Six weeks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24010" y="1901952"/>
            <a:ext cx="2196846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3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go / no-go, judged on one question: did the ranked list change what got fixed first?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8704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7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application, the persona walkthrough and this deck were built without any of the above. That is the point — the expensive part was the judgment, not the budget.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817352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4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Copilot — 5-slide pitch</dc:title>
  <dc:subject>PptxGenJS Presentation</dc:subject>
  <dc:creator>Mayukh</dc:creator>
  <cp:lastModifiedBy>Mayukh</cp:lastModifiedBy>
  <cp:revision>1</cp:revision>
  <dcterms:created xsi:type="dcterms:W3CDTF">2026-07-14T07:19:37Z</dcterms:created>
  <dcterms:modified xsi:type="dcterms:W3CDTF">2026-07-14T07:19:37Z</dcterms:modified>
</cp:coreProperties>
</file>