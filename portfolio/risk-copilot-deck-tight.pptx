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920240"/>
            <a:ext cx="6766560" cy="6766560"/>
          </a:xfrm>
          <a:prstGeom prst="ellipse">
            <a:avLst/>
          </a:prstGeom>
          <a:solidFill>
            <a:srgbClr val="3FC9BD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BUILDER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Protocol to Product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Qualys MCP server into a Risk Copilot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1510589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977640"/>
            <a:ext cx="15105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qualys-cli-mcp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3821" y="3977640"/>
            <a:ext cx="2137867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3821" y="3977640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tools · 12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07992" y="3977640"/>
            <a:ext cx="2048256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3977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governance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Mayukh · github.com/mayukhg/qualys-mcp-app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 is not a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 is not a product.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qualys-cli-mcp takes ninety seconds. Everything that makes it usable by a security team happens after.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 ·  16 tools, 12 modules, one governance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7332F"/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WORK  ·  this deck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·  a running, governed, auditable risk copilot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MCP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server actually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8096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GPT, Llama — speaks MCP, holds no credentials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2666" y="2907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6714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7882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qualys-cli-mcp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27882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argv, redacts secrets, enforces policy, writes the audit 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2452" y="2907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86500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7668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qualys-cli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7668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retries, the actual Qualys API calls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62238" y="2907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6286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7454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 Cloud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47454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PC · PM · WAS · TotalCloud · CS · CSAM · Cloud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never touches Qualys directly. It wraps an existing CLI and puts a governance layer in front of it — which is precisely why it can be productised rather than demoed.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MCP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thread, twelve modules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replaces hand-built QQL across VM, PC, PM, WAS, TotalCloud, Container Security, CSAM and Cloud Agent.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120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6895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client to build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95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typed tools plus a generic passthrough. The integration cost of a cross-module workflow collapses to a config entry.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323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3323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in the box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323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 validation, keyring credentials, module allowlist, read-only mode, append-only JSONL audit — shipped, not bolted 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SPACE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doors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the server supports. Listing them is the easy half.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41743" cy="4251960"/>
          </a:xfrm>
          <a:prstGeom prst="roundRect">
            <a:avLst>
              <a:gd name="adj" fmla="val 154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212848"/>
            <a:ext cx="3102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triage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578608"/>
            <a:ext cx="3139407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VM triage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 posture Q&amp;A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findings summarisation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misconfiguration review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risk gate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CSAM risk-ranking lookups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 coverage checks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27" y="2011680"/>
            <a:ext cx="2284995" cy="4251960"/>
          </a:xfrm>
          <a:prstGeom prst="roundRect">
            <a:avLst>
              <a:gd name="adj" fmla="val 240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583" y="2212848"/>
            <a:ext cx="1846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7583" y="2578608"/>
            <a:ext cx="188265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prioritisation across VM + PM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32578" y="2011680"/>
            <a:ext cx="2284995" cy="4251960"/>
          </a:xfrm>
          <a:prstGeom prst="roundRect">
            <a:avLst>
              <a:gd name="adj" fmla="val 240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2034" y="2212848"/>
            <a:ext cx="1846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2034" y="2578608"/>
            <a:ext cx="188265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inside Claude Desktop / IDE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read-only self-service reporting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37029" y="2011680"/>
            <a:ext cx="2284995" cy="4251960"/>
          </a:xfrm>
          <a:prstGeom prst="roundRect">
            <a:avLst>
              <a:gd name="adj" fmla="val 240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6485" y="2212848"/>
            <a:ext cx="1846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56485" y="2578608"/>
            <a:ext cx="188265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security tooling built on qualys_cli() and qualys_cli_help()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SPACE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cut eleven to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criteria, stated before the scoring — not reverse-engineered from the answer.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56232"/>
                <a:gridCol w="1856232"/>
                <a:gridCol w="1856232"/>
                <a:gridCol w="1847088"/>
              </a:tblGrid>
              <a:tr h="6784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CANDIDATE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NEEDS A CROSS-MODULE JOIN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EXERCISES THE GOVERNANCE LAYER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REPLACES A RECURRING RITUAL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 A SECOND AUDIENCE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VM triage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prioritisation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/ cloud misconfig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Governed self-service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Cross-Domain Risk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is the only candidate that needs a join no single Qualys screen gives you, exercises the guardrails that are the actual moat, replaces a named ritual (the Monday leadership report), and ships with a second audience already in it.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in the customer's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“Nothing tells us what to fix first.”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cloud resources, containers and web apps each rank separately. There is no single list.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3348" y="1444752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1092" y="1627632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51092" y="190195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join it by hand.”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1092" y="2468880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opens six modules to answer one question about one asset. Every week.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995928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178808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4453128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Monday report is a spreadsheet.”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5020056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to leadership, provable to nobody. No record of what was pulled, or when.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3348" y="3995928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1092" y="4178808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51092" y="4453128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“Engineering wants answers, not access.”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1092" y="5020056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need to know how risky their estate is — without a Qualys seat or write permissions.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mapped to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is the design. Every business question resolves to a named tool and a named module.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4114800"/>
                <a:gridCol w="1828800"/>
              </a:tblGrid>
              <a:tr h="3986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BUSINESS NEED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 TOOL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our riskiest assets right now?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risk-ranking / 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wrong with them, and how bad is it?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+ host queries + KB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failing control compounding the risk?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an internet-facing app with findings?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cloud-hosted and misconfigured?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+ CDR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run vulnerable container images?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vulnerability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fix already in flight?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+ patch listings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we even watching this asset?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the curated tools miss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qualys_cli() + qualys_cli_help()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self-service, provable to auditors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DENY_WRITE + ALLOWED_MODULES + AUDIT_LOG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Identify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top assets — CSAM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5566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6734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Explain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6734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CVE IDs into a narrative — VM + KB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4204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5372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Compound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5372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controls that make it worse — PC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2842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4010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Branch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24010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asset type — WAS / TC / 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Blind spots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we cannot see — 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5566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6734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86734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flight, or needs a job? — PM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4204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5372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Gap-fill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5372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bespoke ask — qualys_cli()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22842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4010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24010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list, one exec summary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modules, one narrative. This is a join — not eight queries printed next to each other.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 reports what it cannot see.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 reports what it cannot see.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five assets in the demo tenant have no Cloud Agent — an internet-facing VPN gateway and a production database in eu-west-1. Every risk score on them is an underestimate. The copilot says so out loud instead of ranking them politely low.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report findings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7332F"/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reports the absence of findings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 gap is a finding, not a blank row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app. Same backend. Two rails.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390388" cy="4270248"/>
          </a:xfrm>
          <a:prstGeom prst="roundRect">
            <a:avLst>
              <a:gd name="adj" fmla="val 1285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91056"/>
            <a:ext cx="2921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88436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CSAM VM PC WAS TC CS PM CA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4672" y="2039112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39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" y="2011680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the default profile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0704" y="2221992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call · 8/8 modules, read-only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04672" y="2481943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819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" y="2454511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ranked risk list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0704" y="2664823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 → csam.risk_ranking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" y="2924774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9247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60704" y="2897342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ranking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0704" y="3107654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prod-checkout-web-01 · 96 · CRITICAL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4672" y="3367605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367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0704" y="3340173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top asset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60704" y="3550485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/api/assets/…/evidence · 5/5 visible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4672" y="3810435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810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60704" y="3783003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cross-module follow-up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0704" y="3993315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 → module CA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" y="4253266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25326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60704" y="4225834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write command anyway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0704" y="4436146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/api/qualys-cli → 403 blocked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4672" y="4696097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6960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60704" y="4668665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audit log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60704" y="4878977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/api/audit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" y="516636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with a cross-module remediation picture — and a defensible trail of how it was built.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31636" y="1444752"/>
            <a:ext cx="5390388" cy="4270248"/>
          </a:xfrm>
          <a:prstGeom prst="roundRect">
            <a:avLst>
              <a:gd name="adj" fmla="val 1285"/>
            </a:avLst>
          </a:prstGeom>
          <a:solidFill>
            <a:srgbClr val="151A24"/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9380" y="1591056"/>
            <a:ext cx="2921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self-service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53144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CSAM VM WAS · 5 locked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69380" y="2039112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9380" y="2039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25412" y="2011680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profiles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25412" y="2221992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/api/session {profile:"manager"}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69380" y="2555748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9380" y="25557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25412" y="2528316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refreshes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25412" y="2738628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scores — CSAM ranking stays open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69380" y="3072384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6938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25412" y="3044952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same asset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25412" y="3255264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/api/assets/…/evidence · 2/5 visible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69380" y="3589020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69380" y="35890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725412" y="3561588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it's risky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725412" y="3771900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 → module VM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69380" y="4105656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69380" y="41056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725412" y="4078224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patches anyway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725412" y="4288536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 → module PM denied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69380" y="4622292"/>
            <a:ext cx="182880" cy="182880"/>
          </a:xfrm>
          <a:prstGeom prst="ellipse">
            <a:avLst/>
          </a:prstGeom>
          <a:solidFill>
            <a:srgbClr val="2A3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69380" y="46222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725412" y="4594860"/>
            <a:ext cx="4640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audit log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725412" y="4805172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/api/audit · CSAM / VM / WAS only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69380" y="516636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with enough visibility to self-serve — and a paper trail proving the boundary held.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is never restricted — only the supporting detail underneath it. A manager can see that an asset scores 96; they cannot see the compliance failure or the patch job behind it. That was a decision, not a limitation.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guardrail, executed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6400800" cy="4864608"/>
          </a:xfrm>
          <a:prstGeom prst="roundRect">
            <a:avLst>
              <a:gd name="adj" fmla="val 1128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localhost:5050/api/qualys-cli \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88236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'{"command":"pm patch apply --job Q3-log4j-remediation"}'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HTTP/1.1 403 Forbidden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84348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"output": "blocked: 'pm patch apply ...' looks like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08376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 operation and QUALYS_MCP_DENY_WRITE=1 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232404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enforced for this session."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904488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in the audit log, one line later: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128516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{"ts":"2026-07-14T07:17:18Z", "tool":"qualys_cli",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352544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"module":"GENERIC", "mode":"read-only",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576572"/>
            <a:ext cx="588873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"result":"denied"}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24928" y="1444752"/>
            <a:ext cx="4197096" cy="1234440"/>
          </a:xfrm>
          <a:prstGeom prst="roundRect">
            <a:avLst>
              <a:gd name="adj" fmla="val 4444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1444752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to make it do the wrong thing. The server said no — and then wrote down that I asked.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24928" y="2907792"/>
            <a:ext cx="419709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did not refuse. The server refused. That is the difference between a control and a hope.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DENY_WRITE applies to every profile, including the Analyst's — there is no privileged path around it.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denial is audited, not just blocked. An auditor can see what was attempted, not only what succeeded.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product in one frame</a:t>
            </a:r>
            <a:endParaRPr lang="en-US" sz="2700" dirty="0"/>
          </a:p>
        </p:txBody>
      </p:sp>
      <p:pic>
        <p:nvPicPr>
          <p:cNvPr id="4" name="Image 0" descr="deck_img/A_analyst_defa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on the left. Ranked evidence on the right. The governance contract across the top.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states the contract before you ask anything: read-only, 8 of 8 modules in scope, and a live audit counter.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running app — a Node server enforcing the policy, not a styled mockup.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asset. Five modules. One story.</a:t>
            </a:r>
            <a:endParaRPr lang="en-US" sz="2700" dirty="0"/>
          </a:p>
        </p:txBody>
      </p:sp>
      <p:pic>
        <p:nvPicPr>
          <p:cNvPr id="4" name="Image 0" descr="deck_img/C_analyst_evidence_5of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prod-checkout-web-01 (TruRisk 96) and all five evidence cards render — 5/5 visible, because every module they live in is inside the Analyst allowlist.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— Log4Shell, CVSS 10.0, KB confirms active exploitation.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— reflected SQL injection on /checkout/apply-promo.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— fails CIS 5.2.9, SSH root login is enabled.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— agent healthy, so this score can be trusted.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a remediation job exists and has not run. Expedite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log proves the negative</a:t>
            </a:r>
            <a:endParaRPr lang="en-US" sz="2700" dirty="0"/>
          </a:p>
        </p:txBody>
      </p:sp>
      <p:pic>
        <p:nvPicPr>
          <p:cNvPr id="4" name="Image 0" descr="deck_img/D_analyst_aud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JSONL: timestamp, tool, module, actor, mode, result. Written for every call — including the ones that were denied.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audit logs record what happened. This one lets you prove what didn't.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trail is visibly shorter than the Analyst's — evidence that the session never touched PC, TC, CS, PM or CA, without taking anyone's word for it.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compliance theatre and a control.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product, re-scoped</a:t>
            </a:r>
            <a:endParaRPr lang="en-US" sz="2700" dirty="0"/>
          </a:p>
        </p:txBody>
      </p:sp>
      <p:pic>
        <p:nvPicPr>
          <p:cNvPr id="4" name="Image 0" descr="deck_img/E_manager_evidence_2of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profile, same asset, same endpoint: 2 of 5 evidence cards render. The server decides, not the stylesheet.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names exactly what hid: “3 modules hidden under the manager allowlist (PC, CA, PM).” Nothing is silently dropped.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patches anyway and the copilot says PM is out of scope — the restriction surfaces in the conversation, not in a log the manager will never read.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is a designed state, not an error state.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926080"/>
            <a:ext cx="6766560" cy="6766560"/>
          </a:xfrm>
          <a:prstGeom prst="ellipse">
            <a:avLst/>
          </a:prstGeom>
          <a:solidFill>
            <a:srgbClr val="3FC9BD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188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was the raw material. The product was the judgment.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3429000"/>
            <a:ext cx="2227478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429000"/>
            <a:ext cx="2227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— the Monday ritual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40710" y="3429000"/>
            <a:ext cx="3661258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0710" y="3429000"/>
            <a:ext cx="3661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scheduled run, delivered to Slack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48272" y="3429000"/>
            <a:ext cx="3482035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3429000"/>
            <a:ext cx="3482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— write path with approval gating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76611" y="3429000"/>
            <a:ext cx="3033979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76611" y="3429000"/>
            <a:ext cx="3033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 — an ETM consumption channel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doors. One opened. Made safe enough to walk through.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github.com/mayukhg/qualys-mcp-app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Protocol to Product</dc:title>
  <dc:subject>PptxGenJS Presentation</dc:subject>
  <dc:creator>Mayukh</dc:creator>
  <cp:lastModifiedBy>Mayukh</cp:lastModifiedBy>
  <cp:revision>1</cp:revision>
  <dcterms:created xsi:type="dcterms:W3CDTF">2026-07-14T07:19:36Z</dcterms:created>
  <dcterms:modified xsi:type="dcterms:W3CDTF">2026-07-14T07:19:36Z</dcterms:modified>
</cp:coreProperties>
</file>