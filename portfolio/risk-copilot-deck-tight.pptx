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920240"/>
            <a:ext cx="6766560" cy="6766560"/>
          </a:xfrm>
          <a:prstGeom prst="ellipse">
            <a:avLst/>
          </a:prstGeom>
          <a:solidFill>
            <a:srgbClr val="3FC9BD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417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BUILDER CASE STUDY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Protocol to Product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Qualys MCP server into a Risk Copilot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66928" y="3977640"/>
            <a:ext cx="1510589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3977640"/>
            <a:ext cx="15105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qualys-cli-mcp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23821" y="3977640"/>
            <a:ext cx="2137867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23821" y="3977640"/>
            <a:ext cx="21378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tools · 12 modules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07992" y="3977640"/>
            <a:ext cx="2048256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3977640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governance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Mayukh · github.com/mayukhg/qualys-mcp-app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is not a product.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is not a product.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78892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qualys-cli-mcp takes ninety seconds. Everything that makes it usable by a security team happens after.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 ·  16 tools, 12 modules, one governance layer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7332F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WORK  ·  this deck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·  a ranked, defensible, auditable weekly risk answer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MCP SERVER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server actually 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68096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GPT, Llama — speaks MCP, holds no credentials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42666" y="2907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26714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7882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qualys-cli-mcp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27882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argv, redacts secrets, enforces policy, writes the audit log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02452" y="2907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86500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7668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qualys-cli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7668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retries, the actual Qualys API calls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762238" y="2907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46286" y="1993392"/>
            <a:ext cx="2475738" cy="2286000"/>
          </a:xfrm>
          <a:prstGeom prst="roundRect">
            <a:avLst>
              <a:gd name="adj" fmla="val 2400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47454" y="2212848"/>
            <a:ext cx="2073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Qualys Cloud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47454" y="2615184"/>
            <a:ext cx="207340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· PC · PM · WAS · TotalCloud · CS · CSAM · Cloud Agent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never touches Qualys directly. It wraps an existing CLI and puts a governance layer in front of it — which is precisely why it can be productised rather than demoed.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MCP SERVER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unlocks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thread, twelve modules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replaces hand-built QQL across VM, PC, PM, WAS, TotalCloud, Container Security, CSAM and Cloud Agent.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120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895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6895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client to build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6895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typed tools plus a generic passthrough. The integration cost of a cross-module workflow collapses to a config entry.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5488" y="1444752"/>
            <a:ext cx="3526536" cy="4864608"/>
          </a:xfrm>
          <a:prstGeom prst="roundRect">
            <a:avLst>
              <a:gd name="adj" fmla="val 1556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3232" y="1627632"/>
            <a:ext cx="3069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333232" y="1901952"/>
            <a:ext cx="306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in the box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3232" y="2468880"/>
            <a:ext cx="306933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Argv validation, keyring credentials, module allowlist, read-only mode, append-only JSONL audit — shipped, not bolted 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 doors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 case the server supports. Listing them is the easy half.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1743" cy="4251960"/>
          </a:xfrm>
          <a:prstGeom prst="roundRect">
            <a:avLst>
              <a:gd name="adj" fmla="val 154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212848"/>
            <a:ext cx="3102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&amp; triage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2578608"/>
            <a:ext cx="3139407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VM triage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Compliance posture Q&amp;A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findings summarisation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misconfiguration review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image risk gate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CSAM risk-ranking lookups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Agent coverage checks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8127" y="2011680"/>
            <a:ext cx="2284995" cy="4251960"/>
          </a:xfrm>
          <a:prstGeom prst="roundRect">
            <a:avLst>
              <a:gd name="adj" fmla="val 240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7583" y="2212848"/>
            <a:ext cx="18460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support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7583" y="2578608"/>
            <a:ext cx="188265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prioritisation across VM + PM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32578" y="2011680"/>
            <a:ext cx="2284995" cy="4251960"/>
          </a:xfrm>
          <a:prstGeom prst="roundRect">
            <a:avLst>
              <a:gd name="adj" fmla="val 240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52034" y="2212848"/>
            <a:ext cx="18460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2034" y="2578608"/>
            <a:ext cx="188265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inside Claude Desktop / IDE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read-only self-service reporting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37029" y="2011680"/>
            <a:ext cx="2284995" cy="4251960"/>
          </a:xfrm>
          <a:prstGeom prst="roundRect">
            <a:avLst>
              <a:gd name="adj" fmla="val 2401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6485" y="2212848"/>
            <a:ext cx="18460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C9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556485" y="2578608"/>
            <a:ext cx="1882659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security tooling built on qualys_cli() and qualys_cli_help()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cut eleven to 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criteria, stated before the scoring — not reverse-engineered from the answer.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56232"/>
                <a:gridCol w="1856232"/>
                <a:gridCol w="1856232"/>
                <a:gridCol w="1847088"/>
              </a:tblGrid>
              <a:tr h="678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CANDIDATE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NEEDS A CROSS-MODULE JOIN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EXERCISES THE GOVERNANCE LAYER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REPLACES A RECURRING RITUAL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 A SECOND AUDIENCE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VM triage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prioritisation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/ cloud misconfig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Governed self-service 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B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6784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Unified Cross-Domain Risk Copilot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FC9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is the only candidate that needs a join no single Qualys screen gives you, exercises the guardrails that are the actual moat, replaces a named ritual (the Monday leadership report), and ships with a second audience already in it.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problem, in the customer's words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27632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901952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“Nothing tells us what to fix first.”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468880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Hosts, cloud resources, containers and web apps each rank separately. There is no single list.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3348" y="1444752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1092" y="1627632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51092" y="1901952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join it by hand.”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51092" y="2468880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opens six modules to answer one question about one asset. Every week.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995928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178808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" y="4453128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Monday report is a spreadsheet.”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5020056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to leadership, provable to nobody. No record of what was pulled, or when.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3348" y="3995928"/>
            <a:ext cx="5408676" cy="2313432"/>
          </a:xfrm>
          <a:prstGeom prst="roundRect">
            <a:avLst>
              <a:gd name="adj" fmla="val 2372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51092" y="4178808"/>
            <a:ext cx="4951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51092" y="4453128"/>
            <a:ext cx="49514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“Engineering wants answers, not access.”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51092" y="5020056"/>
            <a:ext cx="49514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need to know how risky their estate is — without a Qualys seat or write permissions.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Requirements, mapped to tools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decomposition is the design. Every business question resolves to a named tool and a named module.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4114800"/>
                <a:gridCol w="1828800"/>
              </a:tblGrid>
              <a:tr h="3986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BUSINESS NEED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TOOL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778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00" marR="5486400" marT="0" marB="7315200" anchor="b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3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are our riskiest assets right now?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risk-ranking / inventory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wrong with them, and how bad is it?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+ host queries + KB lookup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failing control compounding the risk?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Posture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an internet-facing app with findings?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cloud-hosted and misconfigured?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 + CDR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run vulnerable container images?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vulnerability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fix already in flight?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+ patch listings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we even watching this asset?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inventory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Anything the curated tools miss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qualys_cli() + qualys_cli_help()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3AD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4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self-service, provable to auditors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DENY_WRITE + ALLOWED_MODULES + AUDIT_LOG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7EC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88900" marB="88900" anchor="ctr">
                    <a:lnL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20" cap="flat" cmpd="sng" algn="ctr">
                      <a:solidFill>
                        <a:srgbClr val="0A0D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32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weekly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Identify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8096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the top assets — CSAM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5566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6734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Explain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86734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CVE IDs into a narrative — VM + KB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4204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5372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Compound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5372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controls that make it worse — PC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2842" y="1444752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24010" y="1609344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Branch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224010" y="1901952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asset type — WAS / TC / 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Blind spots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8096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what we cannot see — CA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85566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6734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Fix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86734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flight, or needs a job? — PM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04204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5372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Gap-fill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5372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bespoke ask — qualys_cli()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22842" y="3689604"/>
            <a:ext cx="2599182" cy="2025396"/>
          </a:xfrm>
          <a:prstGeom prst="roundRect">
            <a:avLst>
              <a:gd name="adj" fmla="val 2709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24010" y="3854196"/>
            <a:ext cx="2196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Report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224010" y="4146804"/>
            <a:ext cx="2196846" cy="1403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ranked list, one exec summary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modules, one narrative. This is a join — not eight queries printed next to each other.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copilot reports what it cannot see.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copilot reports what it cannot see.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78892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five assets in the demo tenant have no Cloud Agent — an internet-facing VPN gateway and a production database in eu-west-1. Every risk score on them is an underestimate. The copilot says so out loud instead of ranking them politely low.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report findings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7332F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reports the absence of findings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4754880"/>
            <a:ext cx="3538728" cy="1051560"/>
          </a:xfrm>
          <a:prstGeom prst="roundRect">
            <a:avLst>
              <a:gd name="adj" fmla="val 521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4754880"/>
            <a:ext cx="3136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coverage gap is a finding, not a blank row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DIVE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is the packaging, not the fine print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5070348" cy="3291840"/>
          </a:xfrm>
          <a:prstGeom prst="roundRect">
            <a:avLst>
              <a:gd name="adj" fmla="val 1667"/>
            </a:avLst>
          </a:prstGeom>
          <a:solidFill>
            <a:srgbClr val="151A24"/>
          </a:solidFill>
          <a:ln w="12700">
            <a:solidFill>
              <a:srgbClr val="2A334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057400"/>
            <a:ext cx="45217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459736"/>
            <a:ext cx="4521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Monday risk sweep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41248" y="2898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58568" y="2898648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in scope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58568" y="3429000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(DENY_WRITE=1)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959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258568" y="3959352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cross-module chain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4897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58568" y="4489704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JSONL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51676" y="1856232"/>
            <a:ext cx="5070348" cy="3291840"/>
          </a:xfrm>
          <a:prstGeom prst="roundRect">
            <a:avLst>
              <a:gd name="adj" fmla="val 1667"/>
            </a:avLst>
          </a:prstGeom>
          <a:solidFill>
            <a:srgbClr val="17332F"/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5996" y="2057400"/>
            <a:ext cx="45217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· self-service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25996" y="2459736"/>
            <a:ext cx="4521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risky is my team's estate?”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25996" y="2898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43316" y="2898648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CSAM, VM, WAS only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25996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43316" y="3429000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(DENY_WRITE=1)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25996" y="3959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243316" y="3959352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modules hidden and labelled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25996" y="44897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43316" y="4489704"/>
            <a:ext cx="3104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JSONL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37276" y="313639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spc="100" kern="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spc="100" kern="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6928" y="58704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copilot. Two products. The difference is two environment variables — which means segmentation costs a config change, not a roadmap.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in one frame</a:t>
            </a:r>
            <a:endParaRPr lang="en-US" sz="2700" dirty="0"/>
          </a:p>
        </p:txBody>
      </p:sp>
      <p:pic>
        <p:nvPicPr>
          <p:cNvPr id="4" name="Image 0" descr="deck_img/A_default_analy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on the left. Ranked evidence on the right. The governance contract across the top.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 states the contract before you ask anything: read-only, 8 of 8 modules in scope, 4 audited calls so far.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is for exploring. The workbench is where you act.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asset. Five modules. One story.</a:t>
            </a:r>
            <a:endParaRPr lang="en-US" sz="2700" dirty="0"/>
          </a:p>
        </p:txBody>
      </p:sp>
      <p:pic>
        <p:nvPicPr>
          <p:cNvPr id="4" name="Image 0" descr="deck_img/C_workbench_pan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4" y="1431574"/>
            <a:ext cx="5029200" cy="43606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17320"/>
            <a:ext cx="5568696" cy="1143000"/>
          </a:xfrm>
          <a:prstGeom prst="roundRect">
            <a:avLst>
              <a:gd name="adj" fmla="val 4800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1417320"/>
            <a:ext cx="5166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prod-checkout-web-01 (TruRisk 96) and the cross-module chain unfolds in place.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66928" y="2743200"/>
            <a:ext cx="556869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— Log4Shell, CVSS 10.0, KB confirms active exploitation.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— reflected SQL injection on /checkout/apply-promo.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— fails CIS 5.2.9, SSH root login is enabled.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— agent healthy, so this score can be trusted.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— a remediation job exists and has not run. Expedite it.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trail</a:t>
            </a:r>
            <a:endParaRPr lang="en-US" sz="2700" dirty="0"/>
          </a:p>
        </p:txBody>
      </p:sp>
      <p:pic>
        <p:nvPicPr>
          <p:cNvPr id="4" name="Image 0" descr="deck_img/D_audit_dra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440" y="1371600"/>
            <a:ext cx="3783584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17320"/>
            <a:ext cx="6814312" cy="1143000"/>
          </a:xfrm>
          <a:prstGeom prst="roundRect">
            <a:avLst>
              <a:gd name="adj" fmla="val 4800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1417320"/>
            <a:ext cx="6411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JSONL: timestamp, tool, module, actor, mode. Written for every call, by default.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66928" y="2743200"/>
            <a:ext cx="6814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report stops being a spreadsheet and becomes a reproducible artefact.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panel that turns a demo into something a CISO can sign.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SURFACE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product, re-scoped</a:t>
            </a:r>
            <a:endParaRPr lang="en-US" sz="2700" dirty="0"/>
          </a:p>
        </p:txBody>
      </p:sp>
      <p:pic>
        <p:nvPicPr>
          <p:cNvPr id="4" name="Image 0" descr="deck_img/E_manager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4814" y="1298448"/>
            <a:ext cx="5919324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5093208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3FC9BD">
              <a:alpha val="12000"/>
            </a:srgbClr>
          </a:solidFill>
          <a:ln w="12700">
            <a:solidFill>
              <a:srgbClr val="3FC9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5093208"/>
            <a:ext cx="35295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7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profile: PC, TC, CS and PM are locked. 3 of 8 modules in scope.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791456" y="5093208"/>
            <a:ext cx="68305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card does not silently drop what it cannot show — it says “2 modules hidden under the manager allowlist (PC, CA)”.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is the product surface. That is the difference between a restriction and a bug.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926080"/>
            <a:ext cx="6766560" cy="6766560"/>
          </a:xfrm>
          <a:prstGeom prst="ellipse">
            <a:avLst/>
          </a:prstGeom>
          <a:solidFill>
            <a:srgbClr val="3FC9BD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11887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E7EC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server was the raw material. The product was the judgment.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66928" y="3429000"/>
            <a:ext cx="2227478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429000"/>
            <a:ext cx="22274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— the Monday ritual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0710" y="3429000"/>
            <a:ext cx="3661258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0710" y="3429000"/>
            <a:ext cx="3661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— scheduled run, delivered to Slack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48272" y="3429000"/>
            <a:ext cx="3482035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48272" y="3429000"/>
            <a:ext cx="34820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— write path with approval gating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376611" y="3429000"/>
            <a:ext cx="3033979" cy="384048"/>
          </a:xfrm>
          <a:prstGeom prst="roundRect">
            <a:avLst>
              <a:gd name="adj" fmla="val 47619"/>
            </a:avLst>
          </a:prstGeom>
          <a:solidFill>
            <a:srgbClr val="3FC9BD">
              <a:alpha val="12000"/>
            </a:srgbClr>
          </a:solidFill>
          <a:ln w="9525">
            <a:solidFill>
              <a:srgbClr val="3FC9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6611" y="3429000"/>
            <a:ext cx="30339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C9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 — an ETM consumption channel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42976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3A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doors. One opened. Made safe enough to walk through.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66928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github.com/mayukhg/qualys-mcp-app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17352" y="6355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B4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Protocol to Product</dc:title>
  <dc:subject>PptxGenJS Presentation</dc:subject>
  <dc:creator>Mayukh</dc:creator>
  <cp:lastModifiedBy>Mayukh</cp:lastModifiedBy>
  <cp:revision>1</cp:revision>
  <dcterms:created xsi:type="dcterms:W3CDTF">2026-07-14T06:24:23Z</dcterms:created>
  <dcterms:modified xsi:type="dcterms:W3CDTF">2026-07-14T06:24:23Z</dcterms:modified>
</cp:coreProperties>
</file>