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920240"/>
            <a:ext cx="6766560" cy="6766560"/>
          </a:xfrm>
          <a:prstGeom prst="ellipse">
            <a:avLst/>
          </a:prstGeom>
          <a:solidFill>
            <a:srgbClr val="3FC9BD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1417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 BUILDER CASE STUDY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9692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Protocol to Product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32004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the Qualys MCP server into a Risk Copilot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66928" y="3977640"/>
            <a:ext cx="1510589" cy="384048"/>
          </a:xfrm>
          <a:prstGeom prst="roundRect">
            <a:avLst>
              <a:gd name="adj" fmla="val 47619"/>
            </a:avLst>
          </a:prstGeom>
          <a:solidFill>
            <a:srgbClr val="3FC9BD">
              <a:alpha val="12000"/>
            </a:srgbClr>
          </a:solidFill>
          <a:ln w="9525">
            <a:solidFill>
              <a:srgbClr val="3FC9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3977640"/>
            <a:ext cx="15105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qualys-cli-mcp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223821" y="3977640"/>
            <a:ext cx="2137867" cy="384048"/>
          </a:xfrm>
          <a:prstGeom prst="roundRect">
            <a:avLst>
              <a:gd name="adj" fmla="val 47619"/>
            </a:avLst>
          </a:prstGeom>
          <a:solidFill>
            <a:srgbClr val="3FC9BD">
              <a:alpha val="12000"/>
            </a:srgbClr>
          </a:solidFill>
          <a:ln w="9525">
            <a:solidFill>
              <a:srgbClr val="3FC9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23821" y="3977640"/>
            <a:ext cx="21378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tools · 12 modules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07992" y="3977640"/>
            <a:ext cx="2048256" cy="384048"/>
          </a:xfrm>
          <a:prstGeom prst="roundRect">
            <a:avLst>
              <a:gd name="adj" fmla="val 47619"/>
            </a:avLst>
          </a:prstGeom>
          <a:solidFill>
            <a:srgbClr val="3FC9BD">
              <a:alpha val="12000"/>
            </a:srgbClr>
          </a:solidFill>
          <a:ln w="9525">
            <a:solidFill>
              <a:srgbClr val="3FC9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7992" y="3977640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governance layer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Mayukh · github.com/mayukhg/qualys-mcp-app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protocol is not a product.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protocol is not a product.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2788920"/>
            <a:ext cx="9509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qualys-cli-mcp takes ninety seconds. Everything that makes it usable by a security team happens after.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3538728" cy="1051560"/>
          </a:xfrm>
          <a:prstGeom prst="roundRect">
            <a:avLst>
              <a:gd name="adj" fmla="val 5217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4754880"/>
            <a:ext cx="3136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 ·  16 tools, 12 modules, one governance layer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4754880"/>
            <a:ext cx="3538728" cy="1051560"/>
          </a:xfrm>
          <a:prstGeom prst="roundRect">
            <a:avLst>
              <a:gd name="adj" fmla="val 5217"/>
            </a:avLst>
          </a:prstGeom>
          <a:solidFill>
            <a:srgbClr val="17332F"/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4754880"/>
            <a:ext cx="3136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WORK  ·  this deck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83296" y="4754880"/>
            <a:ext cx="3538728" cy="1051560"/>
          </a:xfrm>
          <a:prstGeom prst="roundRect">
            <a:avLst>
              <a:gd name="adj" fmla="val 5217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4464" y="4754880"/>
            <a:ext cx="3136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·  a running, governed, auditable risk copilot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23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THIS MCP SERVER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server actually 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93392"/>
            <a:ext cx="2475738" cy="2286000"/>
          </a:xfrm>
          <a:prstGeom prst="roundRect">
            <a:avLst>
              <a:gd name="adj" fmla="val 2400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2212848"/>
            <a:ext cx="20734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68096" y="2615184"/>
            <a:ext cx="207340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GPT, Llama — speaks MCP, holds no credentials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042666" y="2907792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26714" y="1993392"/>
            <a:ext cx="2475738" cy="2286000"/>
          </a:xfrm>
          <a:prstGeom prst="roundRect">
            <a:avLst>
              <a:gd name="adj" fmla="val 2400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27882" y="2212848"/>
            <a:ext cx="20734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qualys-cli-mcp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627882" y="2615184"/>
            <a:ext cx="207340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argv, redacts secrets, enforces policy, writes the audit log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02452" y="2907792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86500" y="1993392"/>
            <a:ext cx="2475738" cy="2286000"/>
          </a:xfrm>
          <a:prstGeom prst="roundRect">
            <a:avLst>
              <a:gd name="adj" fmla="val 2400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87668" y="2212848"/>
            <a:ext cx="20734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qualys-cli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87668" y="2615184"/>
            <a:ext cx="207340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retries, the actual Qualys API calls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762238" y="2907792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46286" y="1993392"/>
            <a:ext cx="2475738" cy="2286000"/>
          </a:xfrm>
          <a:prstGeom prst="roundRect">
            <a:avLst>
              <a:gd name="adj" fmla="val 2400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47454" y="2212848"/>
            <a:ext cx="20734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Qualys Cloud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347454" y="2615184"/>
            <a:ext cx="207340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· PC · PM · WAS · TotalCloud · CS · CSAM · Cloud Agent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58704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never touches Qualys directly. It wraps an existing CLI and puts a governance layer in front of it — which is precisely why it can be productised rather than demoed.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23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THIS MCP SERVER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unlocks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3526536" cy="4864608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27632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1901952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thread, twelve modules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468880"/>
            <a:ext cx="3069336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replaces hand-built QQL across VM, PC, PM, WAS, TotalCloud, Container Security, CSAM and Cloud Agent.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31208" y="1444752"/>
            <a:ext cx="3526536" cy="4864608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8952" y="1627632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68952" y="1901952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API client to build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68952" y="2468880"/>
            <a:ext cx="3069336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typed tools plus a generic passthrough. The integration cost of a cross-module workflow collapses to a config entry.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95488" y="1444752"/>
            <a:ext cx="3526536" cy="4864608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3232" y="1627632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333232" y="1901952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in the box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33232" y="2468880"/>
            <a:ext cx="3069336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Argv validation, keyring credentials, module allowlist, read-only mode, append-only JSONL audit — shipped, not bolted on.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23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THIS MCP SERVER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was never the blocker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teams have not pointed LLMs at security data for three reasons. This server answers all three.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3526536" cy="3703320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194560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468880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“Who holds the keys?”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3035808"/>
            <a:ext cx="306933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sit in the OS keyring. They are never passed to the model, and they are redacted out of tool output.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1208" y="2011680"/>
            <a:ext cx="3526536" cy="3703320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8952" y="2194560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BLAST RADIUS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68952" y="2468880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can it break?”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68952" y="3035808"/>
            <a:ext cx="306933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DENY_WRITE forces read-only. ALLOWED_MODULES bounds the session to the modules you name.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5488" y="2011680"/>
            <a:ext cx="3526536" cy="3703320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3232" y="2194560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333232" y="2468880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“Prove what it did.”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33232" y="3035808"/>
            <a:ext cx="306933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lands in an append-only JSONL log with actor, module, mode and timestamp.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58704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part most MCP demos never touch — and the only part an enterprise buyer actually asks about.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23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SOLUTION SPACE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Eleven doors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 case the server supports. Listing them is the easy half.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3541743" cy="4251960"/>
          </a:xfrm>
          <a:prstGeom prst="roundRect">
            <a:avLst>
              <a:gd name="adj" fmla="val 154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212848"/>
            <a:ext cx="3102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&amp; triage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86384" y="2578608"/>
            <a:ext cx="3139407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VM triage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Compliance posture Q&amp;A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findings summarisation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misconfiguration review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image risk gate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CSAM risk-ranking lookups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Agent coverage checks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8127" y="2011680"/>
            <a:ext cx="2284995" cy="4251960"/>
          </a:xfrm>
          <a:prstGeom prst="roundRect">
            <a:avLst>
              <a:gd name="adj" fmla="val 2401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7583" y="2212848"/>
            <a:ext cx="18460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support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47583" y="2578608"/>
            <a:ext cx="1882659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prioritisation across VM + PM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32578" y="2011680"/>
            <a:ext cx="2284995" cy="4251960"/>
          </a:xfrm>
          <a:prstGeom prst="roundRect">
            <a:avLst>
              <a:gd name="adj" fmla="val 2401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52034" y="2212848"/>
            <a:ext cx="18460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52034" y="2578608"/>
            <a:ext cx="1882659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inside Claude Desktop / IDE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read-only self-service reporting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337029" y="2011680"/>
            <a:ext cx="2284995" cy="4251960"/>
          </a:xfrm>
          <a:prstGeom prst="roundRect">
            <a:avLst>
              <a:gd name="adj" fmla="val 2401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6485" y="2212848"/>
            <a:ext cx="18460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556485" y="2578608"/>
            <a:ext cx="1882659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security tooling built on qualys_cli() and qualys_cli_help()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23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SOLUTION SPACE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 cut eleven to one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criteria, stated before the scoring — not reverse-engineered from the answer.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11680"/>
          <a:ext cx="11055096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56232"/>
                <a:gridCol w="1856232"/>
                <a:gridCol w="1856232"/>
                <a:gridCol w="1847088"/>
              </a:tblGrid>
              <a:tr h="6784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CANDIDATE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NEEDS A CROSS-MODULE JOIN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EXERCISES THE GOVERNANCE LAYER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REPLACES A RECURRING RITUAL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HAS A SECOND AUDIENCE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</a:tr>
              <a:tr h="6784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VM triage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6784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prioritisation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FC9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6784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/ cloud misconfig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6784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Governed self-service reporting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FC9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FC9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6784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Unified Cross-Domain Risk Copilot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FC9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FC9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FC9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FC9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8704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winner is the only candidate that needs a join no single Qualys screen gives you, exercises the guardrails that are the actual moat, replaces a named ritual (the Monday leadership report), and ships with a second audience already in it.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23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DIVE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problem, in the customer's words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5408676" cy="2313432"/>
          </a:xfrm>
          <a:prstGeom prst="roundRect">
            <a:avLst>
              <a:gd name="adj" fmla="val 2372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27632"/>
            <a:ext cx="49514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1901952"/>
            <a:ext cx="49514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“Nothing tells us what to fix first.”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468880"/>
            <a:ext cx="495147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Hosts, cloud resources, containers and web apps each rank separately. There is no single list.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3348" y="1444752"/>
            <a:ext cx="5408676" cy="2313432"/>
          </a:xfrm>
          <a:prstGeom prst="roundRect">
            <a:avLst>
              <a:gd name="adj" fmla="val 2372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1092" y="1627632"/>
            <a:ext cx="49514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51092" y="1901952"/>
            <a:ext cx="49514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“We join it by hand.”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51092" y="2468880"/>
            <a:ext cx="495147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analyst opens six modules to answer one question about one asset. Every week.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995928"/>
            <a:ext cx="5408676" cy="2313432"/>
          </a:xfrm>
          <a:prstGeom prst="roundRect">
            <a:avLst>
              <a:gd name="adj" fmla="val 2372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178808"/>
            <a:ext cx="49514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4672" y="4453128"/>
            <a:ext cx="49514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Monday report is a spreadsheet.”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4672" y="5020056"/>
            <a:ext cx="495147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to leadership, provable to nobody. No record of what was pulled, or when.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3348" y="3995928"/>
            <a:ext cx="5408676" cy="2313432"/>
          </a:xfrm>
          <a:prstGeom prst="roundRect">
            <a:avLst>
              <a:gd name="adj" fmla="val 2372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51092" y="4178808"/>
            <a:ext cx="49514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51092" y="4453128"/>
            <a:ext cx="49514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“Engineering wants answers, not access.”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51092" y="5020056"/>
            <a:ext cx="495147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need to know how risky their estate is — without a Qualys seat or write permissions.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23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DIVE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Requirements, mapped to tools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decomposition is the design. Every business question resolves to a named tool and a named module.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11680"/>
          <a:ext cx="110550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4114800"/>
                <a:gridCol w="1828800"/>
              </a:tblGrid>
              <a:tr h="3986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BUSINESS NEED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TOOL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are our riskiest assets right now?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risk-ranking / inventory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wrong with them, and how bad is it?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 + host queries + KB lookup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 failing control compounding the risk?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Posture assessment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it an internet-facing app with findings?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list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it cloud-hosted and misconfigured?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Connector + CDR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it run vulnerable container images?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vulnerability scan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 fix already in flight?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+ patch listings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we even watching this asset?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inventory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Anything the curated tools miss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qualys_cli() + qualys_cli_help()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 self-service, provable to auditors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DENY_WRITE + ALLOWED_MODULES + AUDIT_LOG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23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DIVE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weekly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09344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Identify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68096" y="1901952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the top assets — CSAM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5566" y="1444752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86734" y="1609344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Explain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586734" y="1901952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CVE IDs into a narrative — VM + KB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4204" y="1444752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5372" y="1609344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Compound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5372" y="1901952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controls that make it worse — PC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22842" y="1444752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24010" y="1609344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Branch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224010" y="1901952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asset type — WAS / TC / CS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89604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3854196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· Blind spots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68096" y="4146804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what we cannot see — CA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85566" y="3689604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6734" y="3854196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· Fix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586734" y="4146804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flight, or needs a job? — PM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04204" y="3689604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5372" y="3854196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· Gap-fill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5372" y="4146804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bespoke ask — qualys_cli()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22842" y="3689604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24010" y="3854196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· Report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224010" y="4146804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ranked list, one exec summary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modules, one narrative. This is a join — not eight queries printed next to each other.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DIVE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copilot reports what it cannot see.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copilot reports what it cannot see.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2788920"/>
            <a:ext cx="9509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 five assets in the demo tenant have no Cloud Agent — an internet-facing VPN gateway and a production database in eu-west-1. Every risk score on them is an underestimate. The copilot says so out loud instead of ranking them politely low.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3538728" cy="1051560"/>
          </a:xfrm>
          <a:prstGeom prst="roundRect">
            <a:avLst>
              <a:gd name="adj" fmla="val 5217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4754880"/>
            <a:ext cx="3136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report findings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4754880"/>
            <a:ext cx="3538728" cy="1051560"/>
          </a:xfrm>
          <a:prstGeom prst="roundRect">
            <a:avLst>
              <a:gd name="adj" fmla="val 5217"/>
            </a:avLst>
          </a:prstGeom>
          <a:solidFill>
            <a:srgbClr val="17332F"/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4754880"/>
            <a:ext cx="3136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one reports the absence of findings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83296" y="4754880"/>
            <a:ext cx="3538728" cy="1051560"/>
          </a:xfrm>
          <a:prstGeom prst="roundRect">
            <a:avLst>
              <a:gd name="adj" fmla="val 5217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4464" y="4754880"/>
            <a:ext cx="3136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coverage gap is a finding, not a blank row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DIVE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is the packaging, not the fine print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56232"/>
            <a:ext cx="5070348" cy="3291840"/>
          </a:xfrm>
          <a:prstGeom prst="roundRect">
            <a:avLst>
              <a:gd name="adj" fmla="val 1667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057400"/>
            <a:ext cx="45217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459736"/>
            <a:ext cx="4521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Monday risk sweep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41248" y="2898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258568" y="2898648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 in scope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34290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258568" y="3429000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(DENY_WRITE=1)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9593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258568" y="3959352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cross-module chain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44897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58568" y="4489704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JSONL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51676" y="1856232"/>
            <a:ext cx="5070348" cy="3291840"/>
          </a:xfrm>
          <a:prstGeom prst="roundRect">
            <a:avLst>
              <a:gd name="adj" fmla="val 1667"/>
            </a:avLst>
          </a:prstGeom>
          <a:solidFill>
            <a:srgbClr val="17332F"/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25996" y="2057400"/>
            <a:ext cx="45217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· self-service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825996" y="2459736"/>
            <a:ext cx="4521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risky is my team's estate?”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25996" y="2898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43316" y="2898648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CSAM, VM, WAS only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25996" y="34290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243316" y="3429000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(DENY_WRITE=1)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25996" y="39593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243316" y="3959352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modules hidden and labelled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825996" y="44897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43316" y="4489704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JSONL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637276" y="313639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spc="100" kern="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</a:t>
            </a:r>
            <a:endParaRPr lang="en-US" sz="9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00" spc="100" kern="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COPILOT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66928" y="58704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copilot. Two products. The difference is two environment variables — and, as the next slide shows, the server actually enforces them.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app. Same backend. Two rails.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5390388" cy="4270248"/>
          </a:xfrm>
          <a:prstGeom prst="roundRect">
            <a:avLst>
              <a:gd name="adj" fmla="val 1285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591056"/>
            <a:ext cx="2921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488436" y="160020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CSAM VM PC WAS TC CS PM CA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04672" y="2039112"/>
            <a:ext cx="182880" cy="182880"/>
          </a:xfrm>
          <a:prstGeom prst="ellipse">
            <a:avLst/>
          </a:prstGeom>
          <a:solidFill>
            <a:srgbClr val="2A33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0391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60704" y="2011680"/>
            <a:ext cx="46405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on the default profile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0704" y="2221992"/>
            <a:ext cx="4640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call · 8/8 modules, read-only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04672" y="2481943"/>
            <a:ext cx="182880" cy="182880"/>
          </a:xfrm>
          <a:prstGeom prst="ellipse">
            <a:avLst/>
          </a:prstGeom>
          <a:solidFill>
            <a:srgbClr val="2A33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48194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060704" y="2454511"/>
            <a:ext cx="46405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the ranked risk list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0704" y="2664823"/>
            <a:ext cx="4640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/api/chat → csam.risk_ranking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04672" y="2924774"/>
            <a:ext cx="182880" cy="182880"/>
          </a:xfrm>
          <a:prstGeom prst="ellipse">
            <a:avLst/>
          </a:prstGeom>
          <a:solidFill>
            <a:srgbClr val="2A33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292477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060704" y="2897342"/>
            <a:ext cx="46405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ranking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60704" y="3107654"/>
            <a:ext cx="4640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prod-checkout-web-01 · 96 · CRITICAL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04672" y="3367605"/>
            <a:ext cx="182880" cy="182880"/>
          </a:xfrm>
          <a:prstGeom prst="ellipse">
            <a:avLst/>
          </a:prstGeom>
          <a:solidFill>
            <a:srgbClr val="2A33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336760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060704" y="3340173"/>
            <a:ext cx="46405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top asset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60704" y="3550485"/>
            <a:ext cx="4640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/api/assets/…/evidence · 5/5 visible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04672" y="3810435"/>
            <a:ext cx="182880" cy="182880"/>
          </a:xfrm>
          <a:prstGeom prst="ellipse">
            <a:avLst/>
          </a:prstGeom>
          <a:solidFill>
            <a:srgbClr val="2A33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" y="381043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060704" y="3783003"/>
            <a:ext cx="46405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cross-module follow-up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60704" y="3993315"/>
            <a:ext cx="4640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/api/chat → module CA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04672" y="4253266"/>
            <a:ext cx="182880" cy="182880"/>
          </a:xfrm>
          <a:prstGeom prst="ellipse">
            <a:avLst/>
          </a:prstGeom>
          <a:solidFill>
            <a:srgbClr val="2A33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25326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060704" y="4225834"/>
            <a:ext cx="46405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write command anyway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60704" y="4436146"/>
            <a:ext cx="4640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86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/api/qualys-cli → 403 blocked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804672" y="4696097"/>
            <a:ext cx="182880" cy="182880"/>
          </a:xfrm>
          <a:prstGeom prst="ellipse">
            <a:avLst/>
          </a:prstGeom>
          <a:solidFill>
            <a:srgbClr val="2A33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469609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060704" y="4668665"/>
            <a:ext cx="46405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audit log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60704" y="4878977"/>
            <a:ext cx="4640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/api/audit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04672" y="5166360"/>
            <a:ext cx="4914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with a cross-module remediation picture — and a defensible trail of how it was built.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31636" y="1444752"/>
            <a:ext cx="5390388" cy="4270248"/>
          </a:xfrm>
          <a:prstGeom prst="roundRect">
            <a:avLst>
              <a:gd name="adj" fmla="val 1285"/>
            </a:avLst>
          </a:prstGeom>
          <a:solidFill>
            <a:srgbClr val="151A24"/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9380" y="1591056"/>
            <a:ext cx="2921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· self-service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153144" y="160020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CSAM VM WAS · 5 locked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469380" y="2039112"/>
            <a:ext cx="182880" cy="182880"/>
          </a:xfrm>
          <a:prstGeom prst="ellipse">
            <a:avLst/>
          </a:prstGeom>
          <a:solidFill>
            <a:srgbClr val="2A33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69380" y="20391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725412" y="2011680"/>
            <a:ext cx="46405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profiles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725412" y="2221992"/>
            <a:ext cx="4640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/api/session {profile:"manager"}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469380" y="2555748"/>
            <a:ext cx="182880" cy="182880"/>
          </a:xfrm>
          <a:prstGeom prst="ellipse">
            <a:avLst/>
          </a:prstGeom>
          <a:solidFill>
            <a:srgbClr val="2A33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69380" y="25557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725412" y="2528316"/>
            <a:ext cx="46405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Workbench refreshes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725412" y="2738628"/>
            <a:ext cx="4640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scores — CSAM ranking stays open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469380" y="3072384"/>
            <a:ext cx="182880" cy="182880"/>
          </a:xfrm>
          <a:prstGeom prst="ellipse">
            <a:avLst/>
          </a:prstGeom>
          <a:solidFill>
            <a:srgbClr val="2A33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69380" y="307238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725412" y="3044952"/>
            <a:ext cx="46405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same asset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6725412" y="3255264"/>
            <a:ext cx="4640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/api/assets/…/evidence · 2/5 visible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469380" y="3589020"/>
            <a:ext cx="182880" cy="182880"/>
          </a:xfrm>
          <a:prstGeom prst="ellipse">
            <a:avLst/>
          </a:prstGeom>
          <a:solidFill>
            <a:srgbClr val="2A33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69380" y="35890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6725412" y="3561588"/>
            <a:ext cx="46405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why it's risky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6725412" y="3771900"/>
            <a:ext cx="4640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/api/chat → module VM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469380" y="4105656"/>
            <a:ext cx="182880" cy="182880"/>
          </a:xfrm>
          <a:prstGeom prst="ellipse">
            <a:avLst/>
          </a:prstGeom>
          <a:solidFill>
            <a:srgbClr val="2A33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69380" y="41056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725412" y="4078224"/>
            <a:ext cx="46405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patches anyway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6725412" y="4288536"/>
            <a:ext cx="4640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86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/api/chat → module PM denied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469380" y="4622292"/>
            <a:ext cx="182880" cy="182880"/>
          </a:xfrm>
          <a:prstGeom prst="ellipse">
            <a:avLst/>
          </a:prstGeom>
          <a:solidFill>
            <a:srgbClr val="2A33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69380" y="46222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6725412" y="4594860"/>
            <a:ext cx="46405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audit log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6725412" y="4805172"/>
            <a:ext cx="4640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/api/audit · CSAM / VM / WAS only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6469380" y="5166360"/>
            <a:ext cx="4914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with enough visibility to self-serve — and a paper trail proving the boundary held.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66928" y="58704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ranking is never restricted — only the supporting detail underneath it. A manager can see that an asset scores 96; they cannot see the compliance failure or the patch job behind it. That was a decision, not a limitation.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guardrail, executed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6400800" cy="4864608"/>
          </a:xfrm>
          <a:prstGeom prst="roundRect">
            <a:avLst>
              <a:gd name="adj" fmla="val 1128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64208"/>
            <a:ext cx="5888736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7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localhost:5050/api/qualys-cli \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888236"/>
            <a:ext cx="5888736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7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-d '{"command":"pm patch apply --job Q3-log4j-remediation"}'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336292"/>
            <a:ext cx="5888736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6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HTTP/1.1 403 Forbidden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5888736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784348"/>
            <a:ext cx="5888736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"output": "blocked: 'pm patch apply ...' looks like 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008376"/>
            <a:ext cx="5888736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write operation and QUALYS_MCP_DENY_WRITE=1 is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3232404"/>
            <a:ext cx="5888736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enforced for this session."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3456432"/>
            <a:ext cx="5888736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3904488"/>
            <a:ext cx="5888736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 in the audit log, one line later: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4128516"/>
            <a:ext cx="5888736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{"ts":"2026-07-14T07:17:18Z", "tool":"qualys_cli",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4352544"/>
            <a:ext cx="5888736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3AD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"module":"GENERIC", "mode":"read-only",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4576572"/>
            <a:ext cx="5888736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6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"result":"denied"}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24928" y="1444752"/>
            <a:ext cx="4197096" cy="1234440"/>
          </a:xfrm>
          <a:prstGeom prst="roundRect">
            <a:avLst>
              <a:gd name="adj" fmla="val 4444"/>
            </a:avLst>
          </a:prstGeom>
          <a:solidFill>
            <a:srgbClr val="3FC9BD">
              <a:alpha val="12000"/>
            </a:srgbClr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26096" y="1444752"/>
            <a:ext cx="3794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tried to make it do the wrong thing. The server said no — and then wrote down that I asked.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424928" y="2907792"/>
            <a:ext cx="4197096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did not refuse. The server refused. That is the difference between a control and a hope.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DENY_WRITE applies to every profile, including the Analyst's — there is no privileged path around it.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denial is audited, not just blocked. An auditor can see what was attempted, not only what succeeded.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DIVE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44752"/>
          <a:ext cx="110550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4114800"/>
                <a:gridCol w="1828800"/>
              </a:tblGrid>
              <a:tr h="7918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TODAY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WITH THE COPILOT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</a:tr>
              <a:tr h="7918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Ranking across domains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modules, joined by hand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ranked list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7918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the Monday report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of spreadsheet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conversation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7918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Provenance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Timestamped JSONL, per tool 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7918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gaps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as a first-class finding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7918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Analysts with Qualys seats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 engineering managers, read-only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8704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Directional. No live tenant data was used — these are the claims the prototype exists to test, not measured results.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SURFACE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principles I designed 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is provable in the screenshots that follow.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3526536" cy="4297680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194560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468880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assert. Cite.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3035808"/>
            <a:ext cx="306933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the module that produced it. There are no naked answers anywhere in the interface.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1208" y="2011680"/>
            <a:ext cx="3526536" cy="4297680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8952" y="2194560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68952" y="2468880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in the chrome.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68952" y="3035808"/>
            <a:ext cx="306933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Read-only, the module allowlist and the audit count live in the header — not in a config file nobody opens.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5488" y="2011680"/>
            <a:ext cx="3526536" cy="4297680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3232" y="2194560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333232" y="2468880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surface, two personas.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33232" y="3035808"/>
            <a:ext cx="306933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screen, re-scoped. Restriction is a designed state, not an error state.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SURFACE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product in one frame</a:t>
            </a:r>
            <a:endParaRPr lang="en-US" sz="2700" dirty="0"/>
          </a:p>
        </p:txBody>
      </p:sp>
      <p:pic>
        <p:nvPicPr>
          <p:cNvPr id="4" name="Image 0" descr="deck_img/A_analyst_defau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4814" y="1298448"/>
            <a:ext cx="5919324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5093208"/>
            <a:ext cx="3931920" cy="1261872"/>
          </a:xfrm>
          <a:prstGeom prst="roundRect">
            <a:avLst>
              <a:gd name="adj" fmla="val 4348"/>
            </a:avLst>
          </a:prstGeom>
          <a:solidFill>
            <a:srgbClr val="3FC9BD">
              <a:alpha val="12000"/>
            </a:srgbClr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5093208"/>
            <a:ext cx="35295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on the left. Ranked evidence on the right. The governance contract across the top.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791456" y="5093208"/>
            <a:ext cx="68305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 states the contract before you ask anything: read-only, 8 of 8 modules in scope, and a live audit counter.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running app — a Node server enforcing the policy, not a styled mockup.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SURFACE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conversation carries its receipts</a:t>
            </a:r>
            <a:endParaRPr lang="en-US" sz="2700" dirty="0"/>
          </a:p>
        </p:txBody>
      </p:sp>
      <p:pic>
        <p:nvPicPr>
          <p:cNvPr id="4" name="Image 0" descr="deck_img/B_analyst_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4814" y="1298448"/>
            <a:ext cx="5919324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5093208"/>
            <a:ext cx="3931920" cy="1261872"/>
          </a:xfrm>
          <a:prstGeom prst="roundRect">
            <a:avLst>
              <a:gd name="adj" fmla="val 4348"/>
            </a:avLst>
          </a:prstGeom>
          <a:solidFill>
            <a:srgbClr val="3FC9BD">
              <a:alpha val="12000"/>
            </a:srgbClr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5093208"/>
            <a:ext cx="35295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is stamped with the tools that produced it.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791456" y="5093208"/>
            <a:ext cx="68305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“Show top risk assets org-wide” resolves to csam.risk_ranking.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“Why is prod-checkout-web-01 risky?” resolves to vm.detections · pc.posture.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“Any assets missing agent coverage?” resolves to ca.inventory.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analyst can defend the answer without trusting the model.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SURFACE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asset. Five modules. One story.</a:t>
            </a:r>
            <a:endParaRPr lang="en-US" sz="2700" dirty="0"/>
          </a:p>
        </p:txBody>
      </p:sp>
      <p:pic>
        <p:nvPicPr>
          <p:cNvPr id="4" name="Image 0" descr="deck_img/C_analyst_evidence_5of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4814" y="1298448"/>
            <a:ext cx="5919324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5093208"/>
            <a:ext cx="3931920" cy="1261872"/>
          </a:xfrm>
          <a:prstGeom prst="roundRect">
            <a:avLst>
              <a:gd name="adj" fmla="val 4348"/>
            </a:avLst>
          </a:prstGeom>
          <a:solidFill>
            <a:srgbClr val="3FC9BD">
              <a:alpha val="12000"/>
            </a:srgbClr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5093208"/>
            <a:ext cx="35295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prod-checkout-web-01 (TruRisk 96) and all five evidence cards render — 5/5 visible, because every module they live in is inside the Analyst allowlist.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791456" y="5093208"/>
            <a:ext cx="68305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— Log4Shell, CVSS 10.0, KB confirms active exploitation.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— reflected SQL injection on /checkout/apply-promo.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— fails CIS 5.2.9, SSH root login is enabled.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— agent healthy, so this score can be trusted.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— a remediation job exists and has not run. Expedite it.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SURFACE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audit log proves the negative</a:t>
            </a:r>
            <a:endParaRPr lang="en-US" sz="2700" dirty="0"/>
          </a:p>
        </p:txBody>
      </p:sp>
      <p:pic>
        <p:nvPicPr>
          <p:cNvPr id="4" name="Image 0" descr="deck_img/D_analyst_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4814" y="1298448"/>
            <a:ext cx="5919324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5093208"/>
            <a:ext cx="3931920" cy="1261872"/>
          </a:xfrm>
          <a:prstGeom prst="roundRect">
            <a:avLst>
              <a:gd name="adj" fmla="val 4348"/>
            </a:avLst>
          </a:prstGeom>
          <a:solidFill>
            <a:srgbClr val="3FC9BD">
              <a:alpha val="12000"/>
            </a:srgbClr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5093208"/>
            <a:ext cx="35295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JSONL: timestamp, tool, module, actor, mode, result. Written for every call — including the ones that were denied.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791456" y="5093208"/>
            <a:ext cx="68305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audit logs record what happened. This one lets you prove what didn't.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Manager's trail is visibly shorter than the Analyst's — evidence that the session never touched PC, TC, CS, PM or CA, without taking anyone's word for it.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difference between compliance theatre and a control.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SURFACE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product, re-scoped</a:t>
            </a:r>
            <a:endParaRPr lang="en-US" sz="2700" dirty="0"/>
          </a:p>
        </p:txBody>
      </p:sp>
      <p:pic>
        <p:nvPicPr>
          <p:cNvPr id="4" name="Image 0" descr="deck_img/E_manager_evidence_2of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4814" y="1298448"/>
            <a:ext cx="5919324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5093208"/>
            <a:ext cx="3931920" cy="1261872"/>
          </a:xfrm>
          <a:prstGeom prst="roundRect">
            <a:avLst>
              <a:gd name="adj" fmla="val 4348"/>
            </a:avLst>
          </a:prstGeom>
          <a:solidFill>
            <a:srgbClr val="3FC9BD">
              <a:alpha val="12000"/>
            </a:srgbClr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5093208"/>
            <a:ext cx="35295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profile, same asset, same endpoint: 2 of 5 evidence cards render. The server decides, not the stylesheet.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791456" y="5093208"/>
            <a:ext cx="68305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banner names exactly what hid: “3 modules hidden under the manager allowlist (PC, CA, PM).” Nothing is silently dropped.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patches anyway and the copilot says PM is out of scope — the restriction surfaces in the conversation, not in a log the manager will never read.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Restriction is a designed state, not an error state.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 BUILT IT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3538728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09344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68096" y="1901952"/>
            <a:ext cx="3136392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spec — all 16 tools, all 12 modules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1444752"/>
            <a:ext cx="3538728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09344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26280" y="1901952"/>
            <a:ext cx="3136392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tools to business needs, not to features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444752"/>
            <a:ext cx="3538728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4464" y="1609344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84464" y="1901952"/>
            <a:ext cx="3136392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eleven to one, on criteria stated first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89604"/>
            <a:ext cx="3538728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38541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68096" y="4146804"/>
            <a:ext cx="3136392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workflow as a join, not a query list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5112" y="3689604"/>
            <a:ext cx="3538728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38541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4146804"/>
            <a:ext cx="3136392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surface until the guardrails actually run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83296" y="3689604"/>
            <a:ext cx="3538728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84464" y="38541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84464" y="4146804"/>
            <a:ext cx="3136392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Pressure-test the guardrails as a persona, not a setting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6928" y="58704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this is a running application — a Node server that enforces the allowlist, rejects writes, and writes its own audit log. What it does not have is a live Qualys tenant behind it. Production needs a real MCP session against real data, a latency and cost budget, and an eval harness for hallucination on risk claims. Naming the gap accurately is part of the job.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23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2926080"/>
            <a:ext cx="6766560" cy="6766560"/>
          </a:xfrm>
          <a:prstGeom prst="ellipse">
            <a:avLst/>
          </a:prstGeom>
          <a:solidFill>
            <a:srgbClr val="3FC9BD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11887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NEXT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server was the raw material. The product was the judgment.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66928" y="3429000"/>
            <a:ext cx="2227478" cy="384048"/>
          </a:xfrm>
          <a:prstGeom prst="roundRect">
            <a:avLst>
              <a:gd name="adj" fmla="val 47619"/>
            </a:avLst>
          </a:prstGeom>
          <a:solidFill>
            <a:srgbClr val="3FC9BD">
              <a:alpha val="12000"/>
            </a:srgbClr>
          </a:solidFill>
          <a:ln w="9525">
            <a:solidFill>
              <a:srgbClr val="3FC9B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3429000"/>
            <a:ext cx="22274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— the Monday ritual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940710" y="3429000"/>
            <a:ext cx="3661258" cy="384048"/>
          </a:xfrm>
          <a:prstGeom prst="roundRect">
            <a:avLst>
              <a:gd name="adj" fmla="val 47619"/>
            </a:avLst>
          </a:prstGeom>
          <a:solidFill>
            <a:srgbClr val="3FC9BD">
              <a:alpha val="12000"/>
            </a:srgbClr>
          </a:solidFill>
          <a:ln w="9525">
            <a:solidFill>
              <a:srgbClr val="3FC9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40710" y="3429000"/>
            <a:ext cx="3661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— scheduled run, delivered to Slack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748272" y="3429000"/>
            <a:ext cx="3482035" cy="384048"/>
          </a:xfrm>
          <a:prstGeom prst="roundRect">
            <a:avLst>
              <a:gd name="adj" fmla="val 47619"/>
            </a:avLst>
          </a:prstGeom>
          <a:solidFill>
            <a:srgbClr val="3FC9BD">
              <a:alpha val="12000"/>
            </a:srgbClr>
          </a:solidFill>
          <a:ln w="9525">
            <a:solidFill>
              <a:srgbClr val="3FC9B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48272" y="3429000"/>
            <a:ext cx="34820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— write path with approval gating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376611" y="3429000"/>
            <a:ext cx="3033979" cy="384048"/>
          </a:xfrm>
          <a:prstGeom prst="roundRect">
            <a:avLst>
              <a:gd name="adj" fmla="val 47619"/>
            </a:avLst>
          </a:prstGeom>
          <a:solidFill>
            <a:srgbClr val="3FC9BD">
              <a:alpha val="12000"/>
            </a:srgbClr>
          </a:solidFill>
          <a:ln w="9525">
            <a:solidFill>
              <a:srgbClr val="3FC9B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76611" y="3429000"/>
            <a:ext cx="30339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v4 — an ETM consumption channel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" y="429768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doors. One opened. Made safe enough to walk through.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66928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github.com/mayukhg/qualys-mcp-app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Protocol to Product</dc:title>
  <dc:subject>PptxGenJS Presentation</dc:subject>
  <dc:creator>Mayukh</dc:creator>
  <cp:lastModifiedBy>Mayukh</cp:lastModifiedBy>
  <cp:revision>1</cp:revision>
  <dcterms:created xsi:type="dcterms:W3CDTF">2026-07-14T07:19:36Z</dcterms:created>
  <dcterms:modified xsi:type="dcterms:W3CDTF">2026-07-14T07:19:36Z</dcterms:modified>
</cp:coreProperties>
</file>